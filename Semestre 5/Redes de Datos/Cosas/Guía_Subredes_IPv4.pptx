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Conversión de Binario a IPv4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 presentación enseña cómo convertir direcciones IP de binario a decimal.</a:t>
            </a:r>
          </a:p>
          <a:p>
            <a:r>
              <a:t>También cubre cómo funcionan las subredes, máscaras y cómo calcular hosts.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dirección IP?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 dirección IPv4 tiene 32 bits, divididos en 4 octetos de 8 bits cada uno.</a:t>
            </a:r>
          </a:p>
          <a:p>
            <a:r>
              <a:t>Ejemplo en binario: 11000000.10101000.00000001.00000001</a:t>
            </a:r>
          </a:p>
          <a:p>
            <a:r>
              <a:t>Equivalente en decimal: 192.168.1.1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Conversión de Binario a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Cada octeto binario se convierte sumando los valores de sus bits encendidos.</a:t>
            </a:r>
          </a:p>
          <a:p>
            <a:r>
              <a:t>Ejemplo: 11000000 = 128+64 = 192</a:t>
            </a:r>
          </a:p>
          <a:p>
            <a:r>
              <a:t>Hazlo para cada octeto para obtener la IP completa.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Máscara de Subred?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Determina qué parte de la IP es red y cuál es host.</a:t>
            </a:r>
          </a:p>
          <a:p>
            <a:r>
              <a:t>Ejemplo /24: 255.255.255.0 =&gt; 24 bits para red, 8 para hosts.</a:t>
            </a:r>
          </a:p>
          <a:p>
            <a:r>
              <a:t>Máscaras comunes: /8 (255.0.0.0), /16 (255.255.0.0), /24 (255.255.255.0)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con Subred /24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IP: 192.168.1.1</a:t>
            </a:r>
          </a:p>
          <a:p>
            <a:r>
              <a:t>Red: 192.168.1.0 (todos los bits de host en 0)</a:t>
            </a:r>
          </a:p>
          <a:p>
            <a:r>
              <a:t>Broadcast: 192.168.1.255 (todos los bits de host en 1)</a:t>
            </a:r>
          </a:p>
          <a:p>
            <a:r>
              <a:t>Rango de hosts: 192.168.1.1 a 192.168.1.254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Cálculo de Subredes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Usamos potencias de 2: 1, 2, 4, 8, 16, 32, 64, 128...</a:t>
            </a:r>
          </a:p>
          <a:p>
            <a:r>
              <a:t>Cada aumento de bit reduce el número de hosts disponibles.</a:t>
            </a:r>
          </a:p>
          <a:p>
            <a:r>
              <a:t>Ejemplo: /25 tiene 2 subredes de 128 direcciones cada una.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Hosts por Subred (Ejemplo)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/30: 2 bits para host → 4 IPs, 2 útiles</a:t>
            </a:r>
          </a:p>
          <a:p>
            <a:r>
              <a:t>/29: 3 bits → 8 IPs, 6 útiles</a:t>
            </a:r>
          </a:p>
          <a:p>
            <a:r>
              <a:t>/28: 4 bits → 16 IPs, 14 útiles</a:t>
            </a:r>
          </a:p>
          <a:p>
            <a:r>
              <a:t>Fórmula: 2^(bits de host) - 2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