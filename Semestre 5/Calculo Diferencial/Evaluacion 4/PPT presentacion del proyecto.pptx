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CESCA  NATALIA DONOSO OYANEDER" userId="eb5ad664-bd2d-4d0f-83eb-b995982bf412" providerId="ADAL" clId="{5656D038-651A-4E08-8D5F-D5912AD5DF73}"/>
    <pc:docChg chg="undo redo custSel addSld delSld modSld">
      <pc:chgData name="FRANCCESCA  NATALIA DONOSO OYANEDER" userId="eb5ad664-bd2d-4d0f-83eb-b995982bf412" providerId="ADAL" clId="{5656D038-651A-4E08-8D5F-D5912AD5DF73}" dt="2023-09-06T15:01:44.881" v="145" actId="20577"/>
      <pc:docMkLst>
        <pc:docMk/>
      </pc:docMkLst>
      <pc:sldChg chg="modSp mod">
        <pc:chgData name="FRANCCESCA  NATALIA DONOSO OYANEDER" userId="eb5ad664-bd2d-4d0f-83eb-b995982bf412" providerId="ADAL" clId="{5656D038-651A-4E08-8D5F-D5912AD5DF73}" dt="2023-09-06T15:00:08.037" v="32" actId="20577"/>
        <pc:sldMkLst>
          <pc:docMk/>
          <pc:sldMk cId="3673344006" sldId="257"/>
        </pc:sldMkLst>
        <pc:spChg chg="mod">
          <ac:chgData name="FRANCCESCA  NATALIA DONOSO OYANEDER" userId="eb5ad664-bd2d-4d0f-83eb-b995982bf412" providerId="ADAL" clId="{5656D038-651A-4E08-8D5F-D5912AD5DF73}" dt="2023-09-06T15:00:08.037" v="32" actId="20577"/>
          <ac:spMkLst>
            <pc:docMk/>
            <pc:sldMk cId="3673344006" sldId="257"/>
            <ac:spMk id="2" creationId="{C6519140-C4B6-4426-7B0B-A9112C97E292}"/>
          </ac:spMkLst>
        </pc:spChg>
      </pc:sldChg>
      <pc:sldChg chg="modSp mod">
        <pc:chgData name="FRANCCESCA  NATALIA DONOSO OYANEDER" userId="eb5ad664-bd2d-4d0f-83eb-b995982bf412" providerId="ADAL" clId="{5656D038-651A-4E08-8D5F-D5912AD5DF73}" dt="2023-09-06T15:00:41.229" v="135" actId="20577"/>
        <pc:sldMkLst>
          <pc:docMk/>
          <pc:sldMk cId="3527147444" sldId="258"/>
        </pc:sldMkLst>
        <pc:spChg chg="mod">
          <ac:chgData name="FRANCCESCA  NATALIA DONOSO OYANEDER" userId="eb5ad664-bd2d-4d0f-83eb-b995982bf412" providerId="ADAL" clId="{5656D038-651A-4E08-8D5F-D5912AD5DF73}" dt="2023-09-06T15:00:41.229" v="135" actId="20577"/>
          <ac:spMkLst>
            <pc:docMk/>
            <pc:sldMk cId="3527147444" sldId="258"/>
            <ac:spMk id="2" creationId="{DA7B8513-76B1-3793-002B-328B06334A56}"/>
          </ac:spMkLst>
        </pc:spChg>
      </pc:sldChg>
      <pc:sldChg chg="modSp mod">
        <pc:chgData name="FRANCCESCA  NATALIA DONOSO OYANEDER" userId="eb5ad664-bd2d-4d0f-83eb-b995982bf412" providerId="ADAL" clId="{5656D038-651A-4E08-8D5F-D5912AD5DF73}" dt="2023-09-06T15:01:26.562" v="141"/>
        <pc:sldMkLst>
          <pc:docMk/>
          <pc:sldMk cId="4177208024" sldId="260"/>
        </pc:sldMkLst>
        <pc:spChg chg="mod">
          <ac:chgData name="FRANCCESCA  NATALIA DONOSO OYANEDER" userId="eb5ad664-bd2d-4d0f-83eb-b995982bf412" providerId="ADAL" clId="{5656D038-651A-4E08-8D5F-D5912AD5DF73}" dt="2023-09-06T15:01:26.562" v="141"/>
          <ac:spMkLst>
            <pc:docMk/>
            <pc:sldMk cId="4177208024" sldId="260"/>
            <ac:spMk id="2" creationId="{572B98CB-BD8E-1D3C-036A-D1FE2E56A9F2}"/>
          </ac:spMkLst>
        </pc:spChg>
      </pc:sldChg>
      <pc:sldChg chg="del">
        <pc:chgData name="FRANCCESCA  NATALIA DONOSO OYANEDER" userId="eb5ad664-bd2d-4d0f-83eb-b995982bf412" providerId="ADAL" clId="{5656D038-651A-4E08-8D5F-D5912AD5DF73}" dt="2023-09-06T15:01:29.963" v="142" actId="47"/>
        <pc:sldMkLst>
          <pc:docMk/>
          <pc:sldMk cId="2314999504" sldId="261"/>
        </pc:sldMkLst>
      </pc:sldChg>
      <pc:sldChg chg="modSp add mod">
        <pc:chgData name="FRANCCESCA  NATALIA DONOSO OYANEDER" userId="eb5ad664-bd2d-4d0f-83eb-b995982bf412" providerId="ADAL" clId="{5656D038-651A-4E08-8D5F-D5912AD5DF73}" dt="2023-09-06T15:01:44.881" v="145" actId="20577"/>
        <pc:sldMkLst>
          <pc:docMk/>
          <pc:sldMk cId="1950024751" sldId="262"/>
        </pc:sldMkLst>
        <pc:spChg chg="mod">
          <ac:chgData name="FRANCCESCA  NATALIA DONOSO OYANEDER" userId="eb5ad664-bd2d-4d0f-83eb-b995982bf412" providerId="ADAL" clId="{5656D038-651A-4E08-8D5F-D5912AD5DF73}" dt="2023-09-06T15:01:44.881" v="145" actId="20577"/>
          <ac:spMkLst>
            <pc:docMk/>
            <pc:sldMk cId="1950024751" sldId="262"/>
            <ac:spMk id="2" creationId="{572B98CB-BD8E-1D3C-036A-D1FE2E56A9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F68F1-5789-0ECF-2228-762F7929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625571-00D0-6AC1-8B42-562316DFF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7596A-E593-E81F-7195-70DDDE8E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BCEAF-C0C8-75F5-5521-CD5B08A7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11205-EF09-9AD3-3E15-9B757A4F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4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E5B8F-2D58-D34C-1091-4E1CBEDA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6D7AA4-981F-F582-F378-D743516D7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000C03-39D4-A2C1-BD93-3A1E2791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4F9671-21B7-17F0-FC23-ADE509DF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0935F-FF89-36CD-131D-D440D662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315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E1DD6-BE00-7CBF-BF08-3B35D971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AA5CA-A763-4F15-2202-869EE8AF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22A214-9166-73BE-D0F3-12B89A59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3B563-AB34-43A9-6B4F-C80C1B07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4DE63D-CB13-3A81-666E-50610951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9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52209-42A8-0B53-6776-20E94A50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78AD3-DCAB-EB3E-F89F-57C90D8EB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C2F3B6-7EEC-1791-4E70-52ABC9331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485B31-E532-A354-1481-02642F6B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6FACBB-DF25-3A13-89FA-D4B28EA8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7FE31F-4630-7E0F-F0F4-F8D62D4D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162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E4A17-6BC9-21D5-4100-F35DA86A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02C5A0-B809-047E-E80C-6540A4561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B3F56-FA2A-3804-3945-6564EF655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7DD76B-B222-8C35-F2D3-3598BE502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7AC7C8-7FAB-1DF4-2BDD-DB189D5A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0B53DE-1FD9-CD30-73B4-ED733AAD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628CF2-3C91-D86A-97A6-71DB9A6B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90BF47-41B1-3F57-5D29-7B14A2BF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35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B2DFF-8AB9-3D2A-B86C-B07CE3D8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DBD443-EF8B-2872-27C0-A4A53C4D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2C971A-F9C3-0475-0D02-A53DB33A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F71505-B71F-5D1C-A462-A9ED830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87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DECF7D-5C9A-1F87-43B6-CC8A69D4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02B959-2254-6745-686F-08D980EA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438B17-E594-68E4-1FBD-C36F620A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952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7E49D-0DBB-70A2-BE67-D9CE6C3C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3A2C5A-E110-435B-1A98-20A2ED31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725694-CEEB-A23A-95D8-E19D72CB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7120E6-2E5E-858B-C359-158AAFFB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671A01-81BF-3C26-01AB-369D4EFC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A82E97-1C69-51B3-879C-8B620BE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59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4B903-2C78-65C7-2AE8-10C5391E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EBD0C8-5C0C-1C85-B778-F5BC3ADB2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1D4576-194D-0BED-0EC1-31533D6EE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BA171F-808F-D97D-17F9-4C2F4306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261B-D210-DBFB-1E96-6734DD91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A1D5CC-89EE-FB70-E5E3-2AB6C7FA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C3954-E08D-C0C4-34A4-3B9FB1C9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1C27CB-8597-B94D-6127-97F60CB2A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5BEC8A-5FFB-60D1-2431-B9EEF685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B54D46-FFC7-5C20-9572-D1D683C2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333834-539C-DA82-D7F0-49058031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259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80F9AD-9429-4C8A-D0A5-AC697D8B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6E03D4-5500-A84F-94E1-6881B6D17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9E2D71-B8F9-90F9-30EB-9A37D7CA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5DE177-6D04-D67C-70D7-66FF81A5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985F8-DDAB-EDD0-AD88-2B10286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430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E38C7D-9C94-A11F-4198-9C0EFADA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1C6842-A6F1-C6D5-A521-2F55AA14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0EAE8-94DE-9698-372C-A87C57F8E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23-11-23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F8A5A3-2011-9F99-5AE3-485EAEEC4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F4D51C-BFB7-3D36-8F5D-510A333BF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363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1: Nombre del proyecto, integrantes, profesor, asignatura y carrera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2: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Definición del proyecto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3: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Tema de investigación, nociones matemáticas y problemática a abordar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11957-82E8-115C-643E-E2F3E1D8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4: Objetivos y preguntas 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52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5: Temas iniciales involucrados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772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6: Cronograma del proyecto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50024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3AC9BC-3A48-41FB-89C8-97DFFCFF99CC}">
  <ds:schemaRefs>
    <ds:schemaRef ds:uri="http://www.w3.org/XML/1998/namespace"/>
    <ds:schemaRef ds:uri="e18e1d99-ad59-48f1-b4b7-e09c670c4281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44690ba-3bcd-4bf0-9bed-6c935b699a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</Words>
  <Application>Microsoft Macintosh PowerPoint</Application>
  <PresentationFormat>Panorámica</PresentationFormat>
  <Paragraphs>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Diapositiva 1: Nombre del proyecto, integrantes, profesor, asignatura y carrera </vt:lpstr>
      <vt:lpstr>Diapositiva 2: Definición del proyecto</vt:lpstr>
      <vt:lpstr>Diapositiva 3: Tema de investigación, nociones matemáticas y problemática a abordar </vt:lpstr>
      <vt:lpstr>Diapositiva 4: Objetivos y preguntas  </vt:lpstr>
      <vt:lpstr>Diapositiva 5: Temas iniciales involucrados</vt:lpstr>
      <vt:lpstr>Diapositiva 6: Cronograma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 </dc:title>
  <dc:creator>GISELLE ANGELICA MORA OCARES</dc:creator>
  <cp:lastModifiedBy>Eduardo Novas</cp:lastModifiedBy>
  <cp:revision>10</cp:revision>
  <dcterms:created xsi:type="dcterms:W3CDTF">2023-08-31T16:26:40Z</dcterms:created>
  <dcterms:modified xsi:type="dcterms:W3CDTF">2023-11-23T15:42:24Z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